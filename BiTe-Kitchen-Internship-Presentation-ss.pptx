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6E48185-A053-4A90-AC22-F323FA5A711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FCEB6F-CE52-465B-8543-D386C191D0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06AFF9-E562-4DCA-8B64-EF6EC6239C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0F6004-064C-48F9-8AE5-2E330902A6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4A9121-71F3-4BB2-AEEA-E91E907C83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D190D7-D389-4694-839A-0963C79DF5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F792C0-0CEA-499D-8422-CCD2323CDA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693220-BE9E-4F4A-8CDD-3A9313E505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D9C46E-D132-42FB-B03A-8A0640C52D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D65B3C-D7E2-4DC9-B5A7-423B9609CE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9F1F6A-07E0-4716-94E6-25486834BA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06538B-52F7-49EB-8153-2B6F7BC0D2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5E21E9-A3C0-48B6-A572-C9948241C1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52A8AD-A3D6-4EDE-891D-A21C279CB8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B5F15F-2CE7-4C0B-B931-C5BAC5C20B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02012E-98B9-477C-A894-B5A53DD5AD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BC7658-EE1F-4115-BE56-4B80608410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EBB2FA-AA64-41CE-95FC-015C233C75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C65ED7-B92B-4A2A-A32B-8FD5CE1F60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C71811-B19E-478C-BC67-0E9C8C19B6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87685D-28C5-4C98-BFF9-52EB10BAEE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B0E631-DBFE-4BC9-A36F-9225C8549C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6F7004-756D-4807-A328-AAC1BB16FE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EF5ADC-A561-4FCC-AAB1-B66E45FF1F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360"/>
            <a:ext cx="1437840" cy="685548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02920" y="50292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02920" y="50292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80000" y="5291640"/>
            <a:ext cx="3289320" cy="11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INTERNSHIP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880000" y="974520"/>
            <a:ext cx="78469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8000"/>
                </a:solidFill>
                <a:effectLst/>
                <a:uFillTx/>
                <a:latin typeface="Cambria"/>
                <a:ea typeface="Cambria"/>
              </a:rPr>
              <a:t>BiTe – Food Ordering System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140000" y="2700000"/>
            <a:ext cx="431784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Presented by: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JINS JAIMON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PRN NO : MG24103A4348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892040" y="4270320"/>
            <a:ext cx="28321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4892040" y="4572000"/>
            <a:ext cx="2832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231760" y="4140000"/>
            <a:ext cx="31064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140000" y="1980000"/>
            <a:ext cx="3960000" cy="360"/>
          </a:xfrm>
          <a:prstGeom prst="line">
            <a:avLst/>
          </a:prstGeom>
          <a:ln w="0">
            <a:solidFill>
              <a:srgbClr val="FF4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2"/>
          <p:cNvSpPr/>
          <p:nvPr/>
        </p:nvSpPr>
        <p:spPr>
          <a:xfrm>
            <a:off x="2700000" y="4331160"/>
            <a:ext cx="7017840" cy="10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BCA (Hons)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Department of Computer Applications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Pullarukkunnu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4"/>
          <p:cNvSpPr/>
          <p:nvPr/>
        </p:nvSpPr>
        <p:spPr>
          <a:xfrm>
            <a:off x="5580000" y="2700000"/>
            <a:ext cx="125784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5"/>
          <p:cNvSpPr/>
          <p:nvPr/>
        </p:nvSpPr>
        <p:spPr>
          <a:xfrm>
            <a:off x="5220000" y="3060000"/>
            <a:ext cx="215784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040000" y="5580000"/>
            <a:ext cx="23238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Academic Year: 2026 - 27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500000" y="5760000"/>
            <a:ext cx="539640" cy="360"/>
          </a:xfrm>
          <a:prstGeom prst="line">
            <a:avLst/>
          </a:prstGeom>
          <a:ln w="0">
            <a:solidFill>
              <a:srgbClr val="FF8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200360" y="5760000"/>
            <a:ext cx="539640" cy="360"/>
          </a:xfrm>
          <a:prstGeom prst="line">
            <a:avLst/>
          </a:prstGeom>
          <a:ln w="0">
            <a:solidFill>
              <a:srgbClr val="FF8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CONTENTS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Overview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169164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548640" y="169164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234440" y="160020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1234440" y="198432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What BiTé Kitchen is and its core capabilities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48640" y="280728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548640" y="280728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1234440" y="271584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Technology Stack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234440" y="309996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Django, Python and the tools behind the build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548640" y="392292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48640" y="39229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234440" y="383148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Features &amp; UI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234440" y="421524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User-facing features and interface highlights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548640" y="503820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548640" y="503820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234440" y="494676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Project Screenshots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234440" y="533088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 visual walkthrough of the live application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6190560" y="169164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6190560" y="169164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6876360" y="160020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Admin &amp; Architecture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6876360" y="198432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Dashboard, Django admin and database design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6190560" y="280728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6190560" y="280728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6876360" y="271584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Technical Implementation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6876360" y="309996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Validation, sessions and cart logic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6190560" y="3922920"/>
            <a:ext cx="500400" cy="500400"/>
          </a:xfrm>
          <a:prstGeom prst="roundRect">
            <a:avLst>
              <a:gd name="adj" fmla="val 18182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6190560" y="39229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6876360" y="3831480"/>
            <a:ext cx="4660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Future Scope &amp; Conclusion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6876360" y="4215240"/>
            <a:ext cx="46609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Enhancements, learnings and wrap-up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1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2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3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Project Overview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An end-to-end online food ordering platform built with Python and Django.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Full-Stack Django App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End-to-end online food ordering built with Python and Django, covering both frontend and backend.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Dual-Role System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Separate user and admin experiences with distinct permissions and dashboards.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Real-Time Cart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Live cart management with dynamic, real-time order processing and totals.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Secure Auth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Built-in authentication with registration, login and full profile management.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5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TECH STACK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Technology Stack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548640" y="1783080"/>
            <a:ext cx="11089080" cy="9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749880" y="2002680"/>
            <a:ext cx="473040" cy="473040"/>
          </a:xfrm>
          <a:prstGeom prst="roundRect">
            <a:avLst>
              <a:gd name="adj" fmla="val 19231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749880" y="2002680"/>
            <a:ext cx="4730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463040" y="1901880"/>
            <a:ext cx="2100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3657600" y="1901880"/>
            <a:ext cx="77698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 — Python's most powerful web framework, handling routing, views and business logic.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548640" y="2862000"/>
            <a:ext cx="11089080" cy="9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749880" y="3081600"/>
            <a:ext cx="473040" cy="473040"/>
          </a:xfrm>
          <a:prstGeom prst="roundRect">
            <a:avLst>
              <a:gd name="adj" fmla="val 19231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49880" y="3081600"/>
            <a:ext cx="4730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1463040" y="2980800"/>
            <a:ext cx="2100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3657600" y="2980800"/>
            <a:ext cx="77698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HTML, CSS &amp; JavaScript — server-rendered templates with responsive, dynamic interfaces.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548640" y="3940920"/>
            <a:ext cx="11089080" cy="9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749880" y="4160520"/>
            <a:ext cx="473040" cy="473040"/>
          </a:xfrm>
          <a:prstGeom prst="roundRect">
            <a:avLst>
              <a:gd name="adj" fmla="val 19231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749880" y="4160520"/>
            <a:ext cx="4730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1463040" y="4060080"/>
            <a:ext cx="2100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3657600" y="4060080"/>
            <a:ext cx="77698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 ORM — clean relational data modeling with SQLite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548640" y="5020200"/>
            <a:ext cx="11089080" cy="9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749880" y="5239440"/>
            <a:ext cx="473040" cy="473040"/>
          </a:xfrm>
          <a:prstGeom prst="roundRect">
            <a:avLst>
              <a:gd name="adj" fmla="val 19231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749880" y="5239440"/>
            <a:ext cx="4730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1463040" y="5139000"/>
            <a:ext cx="2100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Authentication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3657600" y="5139000"/>
            <a:ext cx="776988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 Auth System — secure, session-based login and registration out of the box.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7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731520" y="2286000"/>
            <a:ext cx="7312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SECTION 02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31520" y="2697480"/>
            <a:ext cx="8684280" cy="11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User Experience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731520" y="3794760"/>
            <a:ext cx="77698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Features and interface built for a smooth ordering journey.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FEATURES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User Features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Authentication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Register, log in and manage a personal profile securely.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Browse Menu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Explore 120+ premium dishes with images and prices.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Shopping Cart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Add or remove items and adjust quantities on the fly.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Checkout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Review the order summary and confirm payment seamlessly.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User Interface Highlights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Branded Home Page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50K+ customers and a 4.9-star rating shown with restaurant stats front and center.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Responsive Design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Modern dark theme optimized for usability across all screen sizes.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Food Listings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Product cards with high-quality images, names and clear pricing.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Streamlined Checkout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Minimal-step checkout flow with a clear order summary.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PROCESS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User Workflow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1143000" y="2697480"/>
            <a:ext cx="9902880" cy="360"/>
          </a:xfrm>
          <a:prstGeom prst="line">
            <a:avLst/>
          </a:prstGeom>
          <a:ln w="254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080880" y="2377440"/>
            <a:ext cx="637560" cy="63756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3080880" y="2377440"/>
            <a:ext cx="637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2102400" y="3246120"/>
            <a:ext cx="24505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Browse Menu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2076120" y="3657600"/>
            <a:ext cx="235908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Explore dishes by category with images and prices.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5500440" y="2377440"/>
            <a:ext cx="637560" cy="63756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5500440" y="2377440"/>
            <a:ext cx="637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4594320" y="3246120"/>
            <a:ext cx="24505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Add to Cart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4424040" y="3657600"/>
            <a:ext cx="235908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Select items and adjust quantities in real time.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7956360" y="2377440"/>
            <a:ext cx="637560" cy="63756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7956360" y="2377440"/>
            <a:ext cx="637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6941880" y="3246120"/>
            <a:ext cx="24505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Checkout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6879600" y="3657600"/>
            <a:ext cx="235908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Review the order summary and enter delivery details.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10087920" y="2377440"/>
            <a:ext cx="637560" cy="63756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10087920" y="2377440"/>
            <a:ext cx="637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9217800" y="3246120"/>
            <a:ext cx="24505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 Confirmed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9407520" y="3657600"/>
            <a:ext cx="235908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Payment is confirmed and the order is placed.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928440" y="2377440"/>
            <a:ext cx="637560" cy="63756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71760" y="3308760"/>
            <a:ext cx="148788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Login &amp; register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-75960" y="3922920"/>
            <a:ext cx="277560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Signin to an existing account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Or quickly create a new one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To get started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Home &amp; Registration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The landing experience and new-account sign-up.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54864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home/claude/work/img/1_home.png"/>
          <p:cNvPicPr/>
          <p:nvPr/>
        </p:nvPicPr>
        <p:blipFill>
          <a:blip r:embed="rId1"/>
          <a:stretch/>
        </p:blipFill>
        <p:spPr>
          <a:xfrm>
            <a:off x="68580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5"/>
          <p:cNvSpPr/>
          <p:nvPr/>
        </p:nvSpPr>
        <p:spPr>
          <a:xfrm>
            <a:off x="68580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Home Page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68580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Hero section with brand stats — 50K+ customers, 120+ dishes and a 4.9 rating.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7"/>
          <p:cNvSpPr/>
          <p:nvPr/>
        </p:nvSpPr>
        <p:spPr>
          <a:xfrm>
            <a:off x="624672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1" descr="/home/claude/work/img/2_register.png"/>
          <p:cNvPicPr/>
          <p:nvPr/>
        </p:nvPicPr>
        <p:blipFill>
          <a:blip r:embed="rId2"/>
          <a:stretch/>
        </p:blipFill>
        <p:spPr>
          <a:xfrm>
            <a:off x="638388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8"/>
          <p:cNvSpPr/>
          <p:nvPr/>
        </p:nvSpPr>
        <p:spPr>
          <a:xfrm>
            <a:off x="638388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Register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638388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Create-account form with a promotional panel alongside.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Login &amp; Menu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Returning-user sign-in and the full food menu.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54864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home/claude/work/img/3_login.png"/>
          <p:cNvPicPr/>
          <p:nvPr/>
        </p:nvPicPr>
        <p:blipFill>
          <a:blip r:embed="rId1"/>
          <a:stretch/>
        </p:blipFill>
        <p:spPr>
          <a:xfrm>
            <a:off x="68580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5"/>
          <p:cNvSpPr/>
          <p:nvPr/>
        </p:nvSpPr>
        <p:spPr>
          <a:xfrm>
            <a:off x="68580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68580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Secure sign-in form paired with the brand's value proposition.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624672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age 1" descr="/home/claude/work/img/4_menu.png"/>
          <p:cNvPicPr/>
          <p:nvPr/>
        </p:nvPicPr>
        <p:blipFill>
          <a:blip r:embed="rId2"/>
          <a:stretch/>
        </p:blipFill>
        <p:spPr>
          <a:xfrm>
            <a:off x="638388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8"/>
          <p:cNvSpPr/>
          <p:nvPr/>
        </p:nvSpPr>
        <p:spPr>
          <a:xfrm>
            <a:off x="638388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Food Listing Page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638388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Grid of dishes with images, names, prices and quick add-to-cart.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Cart &amp; Checkout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From reviewing the cart to confirming the order.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54864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0" descr="/home/claude/work/img/5_cart.png"/>
          <p:cNvPicPr/>
          <p:nvPr/>
        </p:nvPicPr>
        <p:blipFill>
          <a:blip r:embed="rId1"/>
          <a:stretch/>
        </p:blipFill>
        <p:spPr>
          <a:xfrm>
            <a:off x="68580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5"/>
          <p:cNvSpPr/>
          <p:nvPr/>
        </p:nvSpPr>
        <p:spPr>
          <a:xfrm>
            <a:off x="68580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Cart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68580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Item quantities, subtotal, delivery fee and total before checkout.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624672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1" descr="/home/claude/work/img/6_checkout.png"/>
          <p:cNvPicPr/>
          <p:nvPr/>
        </p:nvPicPr>
        <p:blipFill>
          <a:blip r:embed="rId2"/>
          <a:stretch/>
        </p:blipFill>
        <p:spPr>
          <a:xfrm>
            <a:off x="638388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8"/>
          <p:cNvSpPr/>
          <p:nvPr/>
        </p:nvSpPr>
        <p:spPr>
          <a:xfrm>
            <a:off x="638388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Place Order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638388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Final bill summary with a confirm-and-pay action.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Profile &amp; Account Settings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Managing a personal account after logging in.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"/>
          <p:cNvSpPr/>
          <p:nvPr/>
        </p:nvSpPr>
        <p:spPr>
          <a:xfrm>
            <a:off x="54864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/home/claude/work/img/7_profile.png"/>
          <p:cNvPicPr/>
          <p:nvPr/>
        </p:nvPicPr>
        <p:blipFill>
          <a:blip r:embed="rId1"/>
          <a:stretch/>
        </p:blipFill>
        <p:spPr>
          <a:xfrm>
            <a:off x="68580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5"/>
          <p:cNvSpPr/>
          <p:nvPr/>
        </p:nvSpPr>
        <p:spPr>
          <a:xfrm>
            <a:off x="68580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User Profile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68580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View account details and access username/password changes.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624672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1" descr="/home/claude/work/img/8_changeusername.png"/>
          <p:cNvPicPr/>
          <p:nvPr/>
        </p:nvPicPr>
        <p:blipFill>
          <a:blip r:embed="rId2"/>
          <a:stretch/>
        </p:blipFill>
        <p:spPr>
          <a:xfrm>
            <a:off x="638388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8"/>
          <p:cNvSpPr/>
          <p:nvPr/>
        </p:nvSpPr>
        <p:spPr>
          <a:xfrm>
            <a:off x="638388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Update Username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638388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Simple form to change the account's display username.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7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731520" y="2286000"/>
            <a:ext cx="7312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SECTION 05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731520" y="2697480"/>
            <a:ext cx="8684280" cy="11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Admin &amp; Architecture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731520" y="3794760"/>
            <a:ext cx="77698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Backend management, the Django admin panel and data design.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Admin Dashboard Features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User Management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View and manage all registered users from a central panel.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Food Inventory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Add, update and delete menu items in real time.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 Tracking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Monitor every customer order live as it comes in.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Analytics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Recent actions log and full order history at a glance.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Admin Panel Architecture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 Admin Interface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548640" y="1920240"/>
            <a:ext cx="5118120" cy="39294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868680" y="2194560"/>
            <a:ext cx="4478040" cy="14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The project leverages Django's powerful built-in admin interface for all backend management operations, requiring minimal custom configuration.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6"/>
          <p:cNvSpPr/>
          <p:nvPr/>
        </p:nvSpPr>
        <p:spPr>
          <a:xfrm>
            <a:off x="868680" y="3803760"/>
            <a:ext cx="107280" cy="10728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640" tIns="32760" rIns="53640" bIns="327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1143000" y="3657600"/>
            <a:ext cx="42951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Quick-access add/change operations per model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8"/>
          <p:cNvSpPr/>
          <p:nvPr/>
        </p:nvSpPr>
        <p:spPr>
          <a:xfrm>
            <a:off x="868680" y="4443840"/>
            <a:ext cx="107280" cy="10728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640" tIns="32760" rIns="53640" bIns="327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1143000" y="4297680"/>
            <a:ext cx="42951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Recent actions log for full activity tracking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0"/>
          <p:cNvSpPr/>
          <p:nvPr/>
        </p:nvSpPr>
        <p:spPr>
          <a:xfrm>
            <a:off x="868680" y="5083920"/>
            <a:ext cx="107280" cy="107280"/>
          </a:xfrm>
          <a:prstGeom prst="ellipse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640" tIns="32760" rIns="53640" bIns="327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1143000" y="4937760"/>
            <a:ext cx="429516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Role-restricted access for admin users only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2"/>
          <p:cNvSpPr/>
          <p:nvPr/>
        </p:nvSpPr>
        <p:spPr>
          <a:xfrm>
            <a:off x="5989320" y="1920240"/>
            <a:ext cx="2694960" cy="17348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6190560" y="212148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6190560" y="212148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190560" y="2633400"/>
            <a:ext cx="232920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Authentication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6"/>
          <p:cNvSpPr/>
          <p:nvPr/>
        </p:nvSpPr>
        <p:spPr>
          <a:xfrm>
            <a:off x="8915400" y="1920240"/>
            <a:ext cx="2694960" cy="17348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9116640" y="212148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9116640" y="212148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9116640" y="2633400"/>
            <a:ext cx="232920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0"/>
          <p:cNvSpPr/>
          <p:nvPr/>
        </p:nvSpPr>
        <p:spPr>
          <a:xfrm>
            <a:off x="5989320" y="3886200"/>
            <a:ext cx="2694960" cy="17348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1"/>
          <p:cNvSpPr/>
          <p:nvPr/>
        </p:nvSpPr>
        <p:spPr>
          <a:xfrm>
            <a:off x="6190560" y="408744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6190560" y="408744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6190560" y="4599360"/>
            <a:ext cx="232920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Menu Management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4"/>
          <p:cNvSpPr/>
          <p:nvPr/>
        </p:nvSpPr>
        <p:spPr>
          <a:xfrm>
            <a:off x="8915400" y="3886200"/>
            <a:ext cx="2694960" cy="17348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9116640" y="408744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9116640" y="408744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9116640" y="4599360"/>
            <a:ext cx="232920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 Tracking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0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Security &amp; Admin Dashboard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548640" y="1353240"/>
            <a:ext cx="10513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Password management and the Django admin panel.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54864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0" descr="/home/claude/work/img/9_changepassword.png"/>
          <p:cNvPicPr/>
          <p:nvPr/>
        </p:nvPicPr>
        <p:blipFill>
          <a:blip r:embed="rId1"/>
          <a:stretch/>
        </p:blipFill>
        <p:spPr>
          <a:xfrm>
            <a:off x="68580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5"/>
          <p:cNvSpPr/>
          <p:nvPr/>
        </p:nvSpPr>
        <p:spPr>
          <a:xfrm>
            <a:off x="68580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Update Password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68580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Old/new password fields with confirmation for secure updates.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6246720" y="1783080"/>
            <a:ext cx="5393880" cy="434088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1" descr="/home/claude/work/img/10_admin.png"/>
          <p:cNvPicPr/>
          <p:nvPr/>
        </p:nvPicPr>
        <p:blipFill>
          <a:blip r:embed="rId2"/>
          <a:stretch/>
        </p:blipFill>
        <p:spPr>
          <a:xfrm>
            <a:off x="6383880" y="1920240"/>
            <a:ext cx="5119560" cy="32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8"/>
          <p:cNvSpPr/>
          <p:nvPr/>
        </p:nvSpPr>
        <p:spPr>
          <a:xfrm>
            <a:off x="6383880" y="5279400"/>
            <a:ext cx="51195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Django Admin Dashboard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9"/>
          <p:cNvSpPr/>
          <p:nvPr/>
        </p:nvSpPr>
        <p:spPr>
          <a:xfrm>
            <a:off x="6383880" y="5571720"/>
            <a:ext cx="51195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Central panel for Auth, Menu, Carts and Orders management.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DATA DESIGN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Database Models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User Model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Username, email, password and extended profile data for each registered customer.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Food Item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Name, price, description and image fields to represent every dish on the menu.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Cart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Linked to a user, holds multiple food items with quantities for active sessions.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Stores order details, item list, subtotal, delivery fee, total and customer info.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DEEP DIVE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Key Technical Implementations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Form Validation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Server-side validation on registration and login forms to prevent malformed or duplicate entries.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Session Management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Django's session framework maintains secure, persistent authentication state across requests.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Dynamic Cart Calculations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Real-time computation of subtotal, delivery fee and total as users modify cart contents.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 Confirmation Flow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Structured checkout pipeline guiding users from cart review through payment confirmation.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OUTCOMES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Project Achievements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Complete End-to-End System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Fully functional food ordering platform covering browsing, cart, checkout and order management.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Secure Auth &amp; Data Management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Robust user authentication with protected routes and reliable relational storage via Django ORM.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Professional Responsive UI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Responsive interface delivering a polished, modern user experience across devices.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Functional Admin Dashboard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Business-ready admin panel supporting inventory, order tracking and user management.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Future Enhancements — Near-Term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Payment Gateway Integration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Add real payment providers (Razorpay/Stripe) for live, end-to-end transactions.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Order Tracking &amp; Notifications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Real-time order status updates via email/SMS or in-app notifications.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Ratings &amp; Reviews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Let customers rate dishes and leave reviews to build trust and feedback loops.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Search &amp; Filter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Add menu search, category filters and sorting for faster browsing.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Future Enhancements — Long-Term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Mobile App Version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Extend BiTé Kitchen to a native or cross-platform mobile app.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Multi-Restaurant Support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Scale from a single kitchen to a multi-vendor marketplace model.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Delivery Partner Integration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Connect with delivery services for live rider tracking and logistics.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Advanced Admin Analytics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Sales dashboards, demand trends and revenue reporting for admins.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548640" y="457200"/>
            <a:ext cx="9141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WRAP-UP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"/>
          <p:cNvSpPr/>
          <p:nvPr/>
        </p:nvSpPr>
        <p:spPr>
          <a:xfrm>
            <a:off x="548640" y="758880"/>
            <a:ext cx="454680" cy="38520"/>
          </a:xfrm>
          <a:prstGeom prst="rect">
            <a:avLst/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"/>
          <p:cNvSpPr/>
          <p:nvPr/>
        </p:nvSpPr>
        <p:spPr>
          <a:xfrm>
            <a:off x="548640" y="841320"/>
            <a:ext cx="105130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B2B2B"/>
                </a:solidFill>
                <a:effectLst/>
                <a:uFillTx/>
                <a:latin typeface="Cambria"/>
                <a:ea typeface="Cambria"/>
              </a:rPr>
              <a:t>Key Learnings &amp; Conclusion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"/>
          <p:cNvSpPr/>
          <p:nvPr/>
        </p:nvSpPr>
        <p:spPr>
          <a:xfrm>
            <a:off x="5486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"/>
          <p:cNvSpPr/>
          <p:nvPr/>
        </p:nvSpPr>
        <p:spPr>
          <a:xfrm>
            <a:off x="80460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80460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80460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Full-Stack Proficiency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7"/>
          <p:cNvSpPr/>
          <p:nvPr/>
        </p:nvSpPr>
        <p:spPr>
          <a:xfrm>
            <a:off x="80460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Gained hands-on experience building an end-to-end app with Django, from models to templates.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8"/>
          <p:cNvSpPr/>
          <p:nvPr/>
        </p:nvSpPr>
        <p:spPr>
          <a:xfrm>
            <a:off x="6242040" y="196596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9"/>
          <p:cNvSpPr/>
          <p:nvPr/>
        </p:nvSpPr>
        <p:spPr>
          <a:xfrm>
            <a:off x="6498360" y="222192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0"/>
          <p:cNvSpPr/>
          <p:nvPr/>
        </p:nvSpPr>
        <p:spPr>
          <a:xfrm>
            <a:off x="6498360" y="22219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1"/>
          <p:cNvSpPr/>
          <p:nvPr/>
        </p:nvSpPr>
        <p:spPr>
          <a:xfrm>
            <a:off x="6498360" y="283464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Real-World Problem Solving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2"/>
          <p:cNvSpPr/>
          <p:nvPr/>
        </p:nvSpPr>
        <p:spPr>
          <a:xfrm>
            <a:off x="6498360" y="326448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Learned to design a relational schema and handle cart/order logic used in production apps.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3"/>
          <p:cNvSpPr/>
          <p:nvPr/>
        </p:nvSpPr>
        <p:spPr>
          <a:xfrm>
            <a:off x="5486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4"/>
          <p:cNvSpPr/>
          <p:nvPr/>
        </p:nvSpPr>
        <p:spPr>
          <a:xfrm>
            <a:off x="80460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5"/>
          <p:cNvSpPr/>
          <p:nvPr/>
        </p:nvSpPr>
        <p:spPr>
          <a:xfrm>
            <a:off x="80460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6"/>
          <p:cNvSpPr/>
          <p:nvPr/>
        </p:nvSpPr>
        <p:spPr>
          <a:xfrm>
            <a:off x="80460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Admin Tooling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7"/>
          <p:cNvSpPr/>
          <p:nvPr/>
        </p:nvSpPr>
        <p:spPr>
          <a:xfrm>
            <a:off x="80460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Understood how Django's built-in admin accelerates backend management without extra effort.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8"/>
          <p:cNvSpPr/>
          <p:nvPr/>
        </p:nvSpPr>
        <p:spPr>
          <a:xfrm>
            <a:off x="6242040" y="4306680"/>
            <a:ext cx="5398560" cy="2082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1DAD3"/>
            </a:solidFill>
            <a:round/>
          </a:ln>
          <a:effectLst>
            <a:outerShdw algn="bl" blurRad="76320" dir="5400000" dist="25560" kx="0" ky="0" rotWithShape="0" sx="100000" sy="100000">
              <a:srgbClr val="B0B0B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9"/>
          <p:cNvSpPr/>
          <p:nvPr/>
        </p:nvSpPr>
        <p:spPr>
          <a:xfrm>
            <a:off x="6498360" y="4563000"/>
            <a:ext cx="454680" cy="45468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0"/>
          <p:cNvSpPr/>
          <p:nvPr/>
        </p:nvSpPr>
        <p:spPr>
          <a:xfrm>
            <a:off x="6498360" y="45630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1"/>
          <p:cNvSpPr/>
          <p:nvPr/>
        </p:nvSpPr>
        <p:spPr>
          <a:xfrm>
            <a:off x="6498360" y="5175360"/>
            <a:ext cx="4886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Backend Development 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2"/>
          <p:cNvSpPr/>
          <p:nvPr/>
        </p:nvSpPr>
        <p:spPr>
          <a:xfrm>
            <a:off x="6498360" y="5605200"/>
            <a:ext cx="48862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Learned to build and manage backend functionality using Django and python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3"/>
          <p:cNvSpPr/>
          <p:nvPr/>
        </p:nvSpPr>
        <p:spPr>
          <a:xfrm>
            <a:off x="54864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4"/>
          <p:cNvSpPr/>
          <p:nvPr/>
        </p:nvSpPr>
        <p:spPr>
          <a:xfrm>
            <a:off x="11356920" y="6446520"/>
            <a:ext cx="326520" cy="326520"/>
          </a:xfrm>
          <a:prstGeom prst="roundRect">
            <a:avLst>
              <a:gd name="adj" fmla="val 19444"/>
            </a:avLst>
          </a:prstGeom>
          <a:solidFill>
            <a:srgbClr val="F274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5"/>
          <p:cNvSpPr/>
          <p:nvPr/>
        </p:nvSpPr>
        <p:spPr>
          <a:xfrm>
            <a:off x="11356920" y="6446520"/>
            <a:ext cx="326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7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0"/>
          <p:cNvSpPr/>
          <p:nvPr/>
        </p:nvSpPr>
        <p:spPr>
          <a:xfrm>
            <a:off x="731520" y="640080"/>
            <a:ext cx="381600" cy="381600"/>
          </a:xfrm>
          <a:prstGeom prst="roundRect">
            <a:avLst>
              <a:gd name="adj" fmla="val 19048"/>
            </a:avLst>
          </a:prstGeom>
          <a:solidFill>
            <a:srgbClr val="FFE7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"/>
          <p:cNvSpPr/>
          <p:nvPr/>
        </p:nvSpPr>
        <p:spPr>
          <a:xfrm>
            <a:off x="731520" y="640080"/>
            <a:ext cx="3816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742D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"/>
          <p:cNvSpPr/>
          <p:nvPr/>
        </p:nvSpPr>
        <p:spPr>
          <a:xfrm>
            <a:off x="731520" y="2743200"/>
            <a:ext cx="914148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"/>
          <p:cNvSpPr/>
          <p:nvPr/>
        </p:nvSpPr>
        <p:spPr>
          <a:xfrm>
            <a:off x="731520" y="3520440"/>
            <a:ext cx="8227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Questions and feedback are welcome.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4"/>
          <p:cNvSpPr/>
          <p:nvPr/>
        </p:nvSpPr>
        <p:spPr>
          <a:xfrm>
            <a:off x="731520" y="4297680"/>
            <a:ext cx="3197880" cy="820440"/>
          </a:xfrm>
          <a:prstGeom prst="roundRect">
            <a:avLst>
              <a:gd name="adj" fmla="val 8889"/>
            </a:avLst>
          </a:prstGeom>
          <a:solidFill>
            <a:srgbClr val="D35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5"/>
          <p:cNvSpPr/>
          <p:nvPr/>
        </p:nvSpPr>
        <p:spPr>
          <a:xfrm>
            <a:off x="960120" y="4407480"/>
            <a:ext cx="2740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Jins Jaimon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6"/>
          <p:cNvSpPr/>
          <p:nvPr/>
        </p:nvSpPr>
        <p:spPr>
          <a:xfrm>
            <a:off x="960120" y="4681800"/>
            <a:ext cx="2740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BCA (Hons) | 2026 - 27 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7"/>
          <p:cNvSpPr/>
          <p:nvPr/>
        </p:nvSpPr>
        <p:spPr>
          <a:xfrm>
            <a:off x="4114800" y="4297680"/>
            <a:ext cx="3472200" cy="820440"/>
          </a:xfrm>
          <a:prstGeom prst="roundRect">
            <a:avLst>
              <a:gd name="adj" fmla="val 8889"/>
            </a:avLst>
          </a:prstGeom>
          <a:solidFill>
            <a:srgbClr val="D35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8"/>
          <p:cNvSpPr/>
          <p:nvPr/>
        </p:nvSpPr>
        <p:spPr>
          <a:xfrm>
            <a:off x="4343400" y="4407480"/>
            <a:ext cx="30150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Luminar Technolab, Kochi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9"/>
          <p:cNvSpPr/>
          <p:nvPr/>
        </p:nvSpPr>
        <p:spPr>
          <a:xfrm>
            <a:off x="4343400" y="4681800"/>
            <a:ext cx="30150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Python Full Stack in django.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0"/>
          <p:cNvSpPr/>
          <p:nvPr/>
        </p:nvSpPr>
        <p:spPr>
          <a:xfrm>
            <a:off x="731520" y="65196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E7D8"/>
                </a:solidFill>
                <a:effectLst/>
                <a:uFillTx/>
                <a:latin typeface="Calibri"/>
                <a:ea typeface="Calibri"/>
              </a:rPr>
              <a:t>School of Technology and Applied Sciences Pullarikkunnu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2026-09-27T15:15:11Z</dcterms:created>
  <dc:creator>PptxGenJS</dc:creator>
  <dc:description/>
  <dc:language>en-IN</dc:language>
  <cp:lastModifiedBy/>
  <dcterms:modified xsi:type="dcterms:W3CDTF">2026-10-05T10:51:01Z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